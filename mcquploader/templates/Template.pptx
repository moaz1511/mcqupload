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0" r:id="rId1"/>
  </p:sldMasterIdLst>
  <p:notesMasterIdLst>
    <p:notesMasterId r:id="rId6"/>
  </p:notesMasterIdLst>
  <p:handoutMasterIdLst>
    <p:handoutMasterId r:id="rId7"/>
  </p:handoutMasterIdLst>
  <p:sldIdLst>
    <p:sldId id="256" r:id="rId2"/>
    <p:sldId id="257" r:id="rId3"/>
    <p:sldId id="260" r:id="rId4"/>
    <p:sldId id="259" r:id="rId5"/>
  </p:sldIdLst>
  <p:sldSz cx="12192000" cy="6858000"/>
  <p:notesSz cx="6735763" cy="98663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A68E00DE-1F2A-47D8-8673-FB0C95CC2B12}">
          <p14:sldIdLst>
            <p14:sldId id="256"/>
            <p14:sldId id="257"/>
            <p14:sldId id="260"/>
          </p14:sldIdLst>
        </p14:section>
        <p14:section name="Content" id="{9B89E785-B3DE-4C01-BBA1-A7AD1015941C}">
          <p14:sldIdLst>
            <p14:sldId id="259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F9FF"/>
    <a:srgbClr val="FFEBEB"/>
    <a:srgbClr val="EFF4FF"/>
    <a:srgbClr val="34A853"/>
    <a:srgbClr val="FFF7F7"/>
    <a:srgbClr val="FFFBFB"/>
    <a:srgbClr val="EF4A4F"/>
    <a:srgbClr val="FFFFFF"/>
    <a:srgbClr val="FEFBF8"/>
    <a:srgbClr val="E31A4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07" autoAdjust="0"/>
    <p:restoredTop sz="94660"/>
  </p:normalViewPr>
  <p:slideViewPr>
    <p:cSldViewPr snapToGrid="0" showGuides="1">
      <p:cViewPr varScale="1">
        <p:scale>
          <a:sx n="109" d="100"/>
          <a:sy n="109" d="100"/>
        </p:scale>
        <p:origin x="792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91" d="100"/>
          <a:sy n="91" d="100"/>
        </p:scale>
        <p:origin x="3000" y="9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FDFDA48-D184-495E-9C19-E741D375DF9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>
              <a:latin typeface="Noto Sans Bengali SemiBold" pitchFamily="2" charset="0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B90621-D88C-481A-B0EA-18008F2EDB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2DC17F-F4EB-4199-BE0A-741909FD3173}" type="datetimeFigureOut">
              <a:rPr lang="en-US" smtClean="0">
                <a:latin typeface="Noto Sans Bengali SemiBold" pitchFamily="2" charset="0"/>
              </a:rPr>
              <a:t>27-9-2024</a:t>
            </a:fld>
            <a:endParaRPr lang="en-US" dirty="0">
              <a:latin typeface="Noto Sans Bengali SemiBold" pitchFamily="2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C81AB5D-ED9E-4750-956A-19B1A41D45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 err="1">
                <a:latin typeface="Noto Sans Bengali SemiBold" pitchFamily="2" charset="0"/>
              </a:rPr>
              <a:t>yhtj</a:t>
            </a:r>
            <a:endParaRPr lang="en-US" dirty="0">
              <a:latin typeface="Noto Sans Bengali SemiBold" pitchFamily="2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F5EA28-864F-4691-8F78-BA9283F4A90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E945F8-86FD-4456-9397-1F2C6A7C3933}" type="slidenum">
              <a:rPr lang="en-US" smtClean="0">
                <a:latin typeface="Noto Sans Bengali SemiBold" pitchFamily="2" charset="0"/>
              </a:rPr>
              <a:t>‹#›</a:t>
            </a:fld>
            <a:endParaRPr lang="en-US" dirty="0">
              <a:latin typeface="Noto Sans Bengali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3258721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extLst>
    <p:ext uri="{56416CCD-93CA-4268-BC5B-53C4BB910035}">
      <p15:sldGuideLst xmlns:p15="http://schemas.microsoft.com/office/powerpoint/2012/main">
        <p15:guide id="1" orient="horz" pos="3108" userDrawn="1">
          <p15:clr>
            <a:srgbClr val="F26B43"/>
          </p15:clr>
        </p15:guide>
        <p15:guide id="2" pos="2122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Noto Sans Bengali SemiBold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502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Noto Sans Bengali SemiBold" pitchFamily="2" charset="0"/>
              </a:defRPr>
            </a:lvl1pPr>
          </a:lstStyle>
          <a:p>
            <a:fld id="{166BF8EB-079B-42F3-9026-0EE105B6D0E6}" type="datetimeFigureOut">
              <a:rPr lang="en-US" smtClean="0"/>
              <a:pPr/>
              <a:t>27-9-2024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9575" y="1233488"/>
            <a:ext cx="5916613" cy="3328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3577" y="4748163"/>
            <a:ext cx="5388610" cy="388486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Noto Sans Bengali SemiBold" pitchFamily="2" charset="0"/>
              </a:defRPr>
            </a:lvl1pPr>
          </a:lstStyle>
          <a:p>
            <a:r>
              <a:rPr lang="en-US" dirty="0" err="1"/>
              <a:t>yhtj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15373" y="9371286"/>
            <a:ext cx="2918831" cy="49502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Noto Sans Bengali SemiBold" pitchFamily="2" charset="0"/>
              </a:defRPr>
            </a:lvl1pPr>
          </a:lstStyle>
          <a:p>
            <a:fld id="{B4067F93-F442-400E-8647-D1A5E723B36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846413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Noto Sans Bengali SemiBold" pitchFamily="2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Noto Sans Bengali SemiBold" pitchFamily="2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Noto Sans Bengali SemiBold" pitchFamily="2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Noto Sans Bengali SemiBold" pitchFamily="2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Noto Sans Bengali SemiBold" pitchFamily="2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hidden="1">
            <a:extLst>
              <a:ext uri="{FF2B5EF4-FFF2-40B4-BE49-F238E27FC236}">
                <a16:creationId xmlns:a16="http://schemas.microsoft.com/office/drawing/2014/main" id="{B40BD75D-86AA-A698-E0DC-4CD0A9444A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03997" y="381000"/>
            <a:ext cx="898808" cy="633413"/>
          </a:xfrm>
          <a:prstGeom prst="rect">
            <a:avLst/>
          </a:prstGeom>
        </p:spPr>
      </p:pic>
      <p:sp>
        <p:nvSpPr>
          <p:cNvPr id="4" name="Slide Number Placeholder 2">
            <a:extLst>
              <a:ext uri="{FF2B5EF4-FFF2-40B4-BE49-F238E27FC236}">
                <a16:creationId xmlns:a16="http://schemas.microsoft.com/office/drawing/2014/main" id="{9381C671-8C94-360E-E99B-6DFDDACD221B}"/>
              </a:ext>
            </a:extLst>
          </p:cNvPr>
          <p:cNvSpPr txBox="1">
            <a:spLocks/>
          </p:cNvSpPr>
          <p:nvPr userDrawn="1"/>
        </p:nvSpPr>
        <p:spPr>
          <a:xfrm>
            <a:off x="1697" y="6538504"/>
            <a:ext cx="485484" cy="32562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Noto Sans Bengali" pitchFamily="2" charset="0"/>
                <a:ea typeface="+mn-ea"/>
                <a:cs typeface="Noto Sans Bengali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C62B527-0757-4306-8465-01A72AFD371C}" type="slidenum">
              <a:rPr lang="en-US" sz="1200" smtClean="0">
                <a:latin typeface="Century Gothic" panose="020B0502020202020204" pitchFamily="34" charset="0"/>
                <a:cs typeface="Kalpurush" panose="02000600000000000000" pitchFamily="2" charset="0"/>
              </a:rPr>
              <a:pPr/>
              <a:t>‹#›</a:t>
            </a:fld>
            <a:endParaRPr lang="en-US" sz="1200" dirty="0">
              <a:latin typeface="Century Gothic" panose="020B0502020202020204" pitchFamily="34" charset="0"/>
              <a:cs typeface="Kalpurush" panose="02000600000000000000" pitchFamily="2" charset="0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D99AB0-5470-4DCD-BAD2-B422B7B8311D}"/>
              </a:ext>
            </a:extLst>
          </p:cNvPr>
          <p:cNvCxnSpPr>
            <a:cxnSpLocks/>
          </p:cNvCxnSpPr>
          <p:nvPr userDrawn="1"/>
        </p:nvCxnSpPr>
        <p:spPr>
          <a:xfrm>
            <a:off x="10407449" y="519702"/>
            <a:ext cx="0" cy="335756"/>
          </a:xfrm>
          <a:prstGeom prst="line">
            <a:avLst/>
          </a:prstGeom>
          <a:ln w="12700" cap="rnd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phic 7">
            <a:extLst>
              <a:ext uri="{FF2B5EF4-FFF2-40B4-BE49-F238E27FC236}">
                <a16:creationId xmlns:a16="http://schemas.microsoft.com/office/drawing/2014/main" id="{4CCAA0AA-0255-4322-97B6-EF5AFCBCB3B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22356" y="546485"/>
            <a:ext cx="1048136" cy="282190"/>
          </a:xfrm>
          <a:prstGeom prst="rect">
            <a:avLst/>
          </a:prstGeom>
        </p:spPr>
      </p:pic>
      <p:pic>
        <p:nvPicPr>
          <p:cNvPr id="9" name="Graphic 8">
            <a:extLst>
              <a:ext uri="{FF2B5EF4-FFF2-40B4-BE49-F238E27FC236}">
                <a16:creationId xmlns:a16="http://schemas.microsoft.com/office/drawing/2014/main" id="{0FEABF6F-4A23-4C72-AB68-F2E3D042F20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6673" y="431007"/>
            <a:ext cx="944920" cy="440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116524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DD43D898-3E1E-5DB7-FB60-B442EAD2FA3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064844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5" orient="horz" pos="240">
          <p15:clr>
            <a:srgbClr val="F26B43"/>
          </p15:clr>
        </p15:guide>
        <p15:guide id="7" orient="horz" pos="1152">
          <p15:clr>
            <a:srgbClr val="F26B43"/>
          </p15:clr>
        </p15:guide>
        <p15:guide id="8" pos="2112" userDrawn="1">
          <p15:clr>
            <a:srgbClr val="F26B43"/>
          </p15:clr>
        </p15:guide>
        <p15:guide id="10" pos="7392">
          <p15:clr>
            <a:srgbClr val="F26B43"/>
          </p15:clr>
        </p15:guide>
        <p15:guide id="11" orient="horz" pos="624">
          <p15:clr>
            <a:srgbClr val="F26B43"/>
          </p15:clr>
        </p15:guide>
        <p15:guide id="12" orient="horz" pos="69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25267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499645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1 [Serial Number]">
            <a:extLst>
              <a:ext uri="{FF2B5EF4-FFF2-40B4-BE49-F238E27FC236}">
                <a16:creationId xmlns:a16="http://schemas.microsoft.com/office/drawing/2014/main" id="{46B925C1-AF14-C9BA-ACE2-3F316D32E9A7}"/>
              </a:ext>
            </a:extLst>
          </p:cNvPr>
          <p:cNvSpPr txBox="1"/>
          <p:nvPr/>
        </p:nvSpPr>
        <p:spPr>
          <a:xfrm>
            <a:off x="3352800" y="420288"/>
            <a:ext cx="1844842" cy="54412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lt1"/>
                </a:solidFill>
                <a:latin typeface="Hind Siliguri" panose="02000000000000000000" pitchFamily="2" charset="0"/>
                <a:cs typeface="Hind Siliguri" panose="02000000000000000000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2400" dirty="0">
                <a:solidFill>
                  <a:schemeClr val="bg1"/>
                </a:solidFill>
                <a:latin typeface="Century Gothic" panose="020B0502020202020204" pitchFamily="34" charset="0"/>
                <a:cs typeface="Kalpurush" panose="02000600000000000000" pitchFamily="2" charset="0"/>
              </a:rPr>
              <a:t>Serial No.</a:t>
            </a:r>
          </a:p>
        </p:txBody>
      </p:sp>
      <p:sp>
        <p:nvSpPr>
          <p:cNvPr id="11" name="TextBox 2 [Question]">
            <a:extLst>
              <a:ext uri="{FF2B5EF4-FFF2-40B4-BE49-F238E27FC236}">
                <a16:creationId xmlns:a16="http://schemas.microsoft.com/office/drawing/2014/main" id="{4143EA75-052F-76BC-CBF2-4526633096BD}"/>
              </a:ext>
            </a:extLst>
          </p:cNvPr>
          <p:cNvSpPr txBox="1"/>
          <p:nvPr/>
        </p:nvSpPr>
        <p:spPr>
          <a:xfrm>
            <a:off x="3352800" y="1124569"/>
            <a:ext cx="8381999" cy="54412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 b="1">
                <a:latin typeface="Century Gothic" panose="020B0502020202020204" pitchFamily="34" charset="0"/>
                <a:cs typeface="Kalpurush" panose="02000600000000000000" pitchFamily="2" charset="0"/>
              </a:rPr>
              <a:t>Question</a:t>
            </a:r>
            <a:endParaRPr lang="en-US" sz="2400" b="1" dirty="0">
              <a:latin typeface="Century Gothic" panose="020B0502020202020204" pitchFamily="34" charset="0"/>
              <a:cs typeface="Kalpurush" panose="02000600000000000000" pitchFamily="2" charset="0"/>
            </a:endParaRPr>
          </a:p>
        </p:txBody>
      </p:sp>
      <p:sp>
        <p:nvSpPr>
          <p:cNvPr id="12" name="TextBox 3 [Reference]">
            <a:extLst>
              <a:ext uri="{FF2B5EF4-FFF2-40B4-BE49-F238E27FC236}">
                <a16:creationId xmlns:a16="http://schemas.microsoft.com/office/drawing/2014/main" id="{2BE437FD-F585-5E90-1306-4EB5A00D2C94}"/>
              </a:ext>
            </a:extLst>
          </p:cNvPr>
          <p:cNvSpPr txBox="1"/>
          <p:nvPr/>
        </p:nvSpPr>
        <p:spPr>
          <a:xfrm>
            <a:off x="10586300" y="1787526"/>
            <a:ext cx="1131045" cy="32320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>
            <a:defPPr>
              <a:defRPr lang="en-US"/>
            </a:defPPr>
            <a:lvl1pPr algn="ctr">
              <a:defRPr b="1">
                <a:solidFill>
                  <a:schemeClr val="lt1"/>
                </a:solidFill>
                <a:latin typeface="Hind Siliguri" panose="02000000000000000000" pitchFamily="2" charset="0"/>
                <a:cs typeface="Hind Siliguri" panose="02000000000000000000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>
              <a:lnSpc>
                <a:spcPct val="120000"/>
              </a:lnSpc>
            </a:pPr>
            <a:r>
              <a:rPr lang="en-US" sz="1200" dirty="0">
                <a:solidFill>
                  <a:schemeClr val="tx1"/>
                </a:solidFill>
                <a:latin typeface="Century Gothic" panose="020B0502020202020204" pitchFamily="34" charset="0"/>
                <a:cs typeface="Kalpurush" panose="02000600000000000000" pitchFamily="2" charset="0"/>
              </a:rPr>
              <a:t>Reference</a:t>
            </a:r>
          </a:p>
        </p:txBody>
      </p:sp>
      <p:sp>
        <p:nvSpPr>
          <p:cNvPr id="13" name="TextBox 4 [Option A]">
            <a:extLst>
              <a:ext uri="{FF2B5EF4-FFF2-40B4-BE49-F238E27FC236}">
                <a16:creationId xmlns:a16="http://schemas.microsoft.com/office/drawing/2014/main" id="{4275323F-A264-6024-04DB-A88664336C62}"/>
              </a:ext>
            </a:extLst>
          </p:cNvPr>
          <p:cNvSpPr txBox="1"/>
          <p:nvPr/>
        </p:nvSpPr>
        <p:spPr>
          <a:xfrm>
            <a:off x="7636042" y="2216582"/>
            <a:ext cx="4098757" cy="54546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cs typeface="Kalpurush" panose="02000600000000000000" pitchFamily="2" charset="0"/>
              </a:rPr>
              <a:t>Option A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  <a:cs typeface="Kalpurush" panose="02000600000000000000" pitchFamily="2" charset="0"/>
            </a:endParaRPr>
          </a:p>
        </p:txBody>
      </p:sp>
      <p:sp>
        <p:nvSpPr>
          <p:cNvPr id="14" name="TextBox 5 [Option B]">
            <a:extLst>
              <a:ext uri="{FF2B5EF4-FFF2-40B4-BE49-F238E27FC236}">
                <a16:creationId xmlns:a16="http://schemas.microsoft.com/office/drawing/2014/main" id="{972554C2-8625-45C1-BF4B-1E467FBB13E0}"/>
              </a:ext>
            </a:extLst>
          </p:cNvPr>
          <p:cNvSpPr txBox="1"/>
          <p:nvPr/>
        </p:nvSpPr>
        <p:spPr>
          <a:xfrm>
            <a:off x="7636042" y="2850277"/>
            <a:ext cx="4098757" cy="54546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prstClr val="black"/>
                </a:solidFill>
              </a14:hiddenLine>
            </a:ext>
          </a:extLst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cs typeface="Kalpurush" panose="02000600000000000000" pitchFamily="2" charset="0"/>
              </a:rPr>
              <a:t>Option B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  <a:cs typeface="Kalpurush" panose="02000600000000000000" pitchFamily="2" charset="0"/>
            </a:endParaRPr>
          </a:p>
        </p:txBody>
      </p:sp>
      <p:sp>
        <p:nvSpPr>
          <p:cNvPr id="15" name="TextBox 6 [Option C]">
            <a:extLst>
              <a:ext uri="{FF2B5EF4-FFF2-40B4-BE49-F238E27FC236}">
                <a16:creationId xmlns:a16="http://schemas.microsoft.com/office/drawing/2014/main" id="{87DC5093-723A-615A-EDA6-CCAD8592448D}"/>
              </a:ext>
            </a:extLst>
          </p:cNvPr>
          <p:cNvSpPr txBox="1"/>
          <p:nvPr/>
        </p:nvSpPr>
        <p:spPr>
          <a:xfrm>
            <a:off x="7636042" y="3483972"/>
            <a:ext cx="4098757" cy="54546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prstClr val="black"/>
                </a:solidFill>
              </a14:hiddenLine>
            </a:ext>
          </a:extLst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cs typeface="Kalpurush" panose="02000600000000000000" pitchFamily="2" charset="0"/>
              </a:defRPr>
            </a:lvl1pPr>
          </a:lstStyle>
          <a:p>
            <a:r>
              <a:rPr lang="en-US"/>
              <a:t>Option C</a:t>
            </a:r>
            <a:endParaRPr lang="as-IN" dirty="0"/>
          </a:p>
        </p:txBody>
      </p:sp>
      <p:sp>
        <p:nvSpPr>
          <p:cNvPr id="16" name="TextBox 7 [Option D]">
            <a:extLst>
              <a:ext uri="{FF2B5EF4-FFF2-40B4-BE49-F238E27FC236}">
                <a16:creationId xmlns:a16="http://schemas.microsoft.com/office/drawing/2014/main" id="{EA7132C6-FDFF-690E-45FD-548CADB393E7}"/>
              </a:ext>
            </a:extLst>
          </p:cNvPr>
          <p:cNvSpPr txBox="1"/>
          <p:nvPr/>
        </p:nvSpPr>
        <p:spPr>
          <a:xfrm>
            <a:off x="7636042" y="4117667"/>
            <a:ext cx="4098757" cy="54546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prstClr val="black"/>
                </a:solidFill>
              </a14:hiddenLine>
            </a:ext>
          </a:extLst>
        </p:spPr>
        <p:txBody>
          <a:bodyPr wrap="square" rtlCol="0">
            <a:noAutofit/>
          </a:bodyPr>
          <a:lstStyle/>
          <a:p>
            <a:pPr>
              <a:lnSpc>
                <a:spcPct val="120000"/>
              </a:lnSpc>
            </a:pPr>
            <a:r>
              <a:rPr lang="en-US" sz="240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cs typeface="Kalpurush" panose="02000600000000000000" pitchFamily="2" charset="0"/>
              </a:rPr>
              <a:t>Option D</a:t>
            </a:r>
            <a:endParaRPr lang="en-US" sz="2400" dirty="0">
              <a:solidFill>
                <a:schemeClr val="tx1">
                  <a:lumMod val="85000"/>
                  <a:lumOff val="15000"/>
                </a:schemeClr>
              </a:solidFill>
              <a:latin typeface="Century Gothic" panose="020B0502020202020204" pitchFamily="34" charset="0"/>
              <a:cs typeface="Kalpurush" panose="02000600000000000000" pitchFamily="2" charset="0"/>
            </a:endParaRPr>
          </a:p>
        </p:txBody>
      </p:sp>
      <p:sp>
        <p:nvSpPr>
          <p:cNvPr id="17" name="TextBox 8 [Answer]">
            <a:extLst>
              <a:ext uri="{FF2B5EF4-FFF2-40B4-BE49-F238E27FC236}">
                <a16:creationId xmlns:a16="http://schemas.microsoft.com/office/drawing/2014/main" id="{AC3E0C7C-CB8E-38D8-D2AA-53D5AA515AF1}"/>
              </a:ext>
            </a:extLst>
          </p:cNvPr>
          <p:cNvSpPr txBox="1"/>
          <p:nvPr/>
        </p:nvSpPr>
        <p:spPr>
          <a:xfrm>
            <a:off x="7636042" y="4751362"/>
            <a:ext cx="4098757" cy="545469"/>
          </a:xfrm>
          <a:prstGeom prst="roundRect">
            <a:avLst/>
          </a:prstGeom>
          <a:solidFill>
            <a:srgbClr val="34A853"/>
          </a:solidFill>
          <a:ln w="28575"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prstClr val="black"/>
                </a:solidFill>
              </a14:hiddenLine>
            </a:ext>
          </a:extLst>
        </p:spPr>
        <p:txBody>
          <a:bodyPr wrap="square" rtlCol="0">
            <a:no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Kalpurush" panose="02000600000000000000" pitchFamily="2" charset="0"/>
              </a:defRPr>
            </a:lvl1pPr>
          </a:lstStyle>
          <a:p>
            <a:r>
              <a:rPr lang="en-US"/>
              <a:t>Answer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0101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 [Serial Number]">
            <a:extLst>
              <a:ext uri="{FF2B5EF4-FFF2-40B4-BE49-F238E27FC236}">
                <a16:creationId xmlns:a16="http://schemas.microsoft.com/office/drawing/2014/main" id="{4BA4CCB3-1BB1-70AA-778D-5847B7842864}"/>
              </a:ext>
            </a:extLst>
          </p:cNvPr>
          <p:cNvSpPr txBox="1"/>
          <p:nvPr/>
        </p:nvSpPr>
        <p:spPr>
          <a:xfrm>
            <a:off x="3352800" y="420288"/>
            <a:ext cx="1844842" cy="544121"/>
          </a:xfrm>
          <a:prstGeom prst="round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Kalpurush" panose="02000600000000000000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/>
              <a:t>Serial No.</a:t>
            </a:r>
            <a:endParaRPr lang="en-US" dirty="0"/>
          </a:p>
        </p:txBody>
      </p:sp>
      <p:sp>
        <p:nvSpPr>
          <p:cNvPr id="3" name="TextBox 2 [Question]">
            <a:extLst>
              <a:ext uri="{FF2B5EF4-FFF2-40B4-BE49-F238E27FC236}">
                <a16:creationId xmlns:a16="http://schemas.microsoft.com/office/drawing/2014/main" id="{6F200A0D-D02C-E16E-AC34-584F78223595}"/>
              </a:ext>
            </a:extLst>
          </p:cNvPr>
          <p:cNvSpPr txBox="1"/>
          <p:nvPr/>
        </p:nvSpPr>
        <p:spPr>
          <a:xfrm>
            <a:off x="3352800" y="1124569"/>
            <a:ext cx="8381999" cy="544121"/>
          </a:xfrm>
          <a:prstGeom prst="roundRect">
            <a:avLst/>
          </a:prstGeom>
          <a:solidFill>
            <a:srgbClr val="D9D9D9"/>
          </a:solidFill>
          <a:ln w="28575"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prstClr val="black"/>
                </a:solidFill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2400" b="1">
                <a:latin typeface="Century Gothic" panose="020B0502020202020204" pitchFamily="34" charset="0"/>
                <a:cs typeface="Kalpurush" panose="02000600000000000000" pitchFamily="2" charset="0"/>
              </a:defRPr>
            </a:lvl1pPr>
          </a:lstStyle>
          <a:p>
            <a:r>
              <a:rPr lang="en-US" dirty="0">
                <a:solidFill>
                  <a:schemeClr val="dk1"/>
                </a:solidFill>
              </a:rPr>
              <a:t>Question</a:t>
            </a:r>
          </a:p>
        </p:txBody>
      </p:sp>
      <p:sp>
        <p:nvSpPr>
          <p:cNvPr id="4" name="TextBox 3 [Reference]">
            <a:extLst>
              <a:ext uri="{FF2B5EF4-FFF2-40B4-BE49-F238E27FC236}">
                <a16:creationId xmlns:a16="http://schemas.microsoft.com/office/drawing/2014/main" id="{6AC2F435-0757-CC76-8AC1-CA88CDD97E82}"/>
              </a:ext>
            </a:extLst>
          </p:cNvPr>
          <p:cNvSpPr txBox="1"/>
          <p:nvPr/>
        </p:nvSpPr>
        <p:spPr>
          <a:xfrm>
            <a:off x="10663402" y="1787526"/>
            <a:ext cx="976841" cy="323209"/>
          </a:xfrm>
          <a:prstGeom prst="round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>
            <a:spAutoFit/>
          </a:bodyPr>
          <a:lstStyle>
            <a:defPPr>
              <a:defRPr lang="en-US"/>
            </a:defPPr>
            <a:lvl1pPr algn="ctr">
              <a:lnSpc>
                <a:spcPct val="120000"/>
              </a:lnSpc>
              <a:defRPr sz="1200" b="1">
                <a:solidFill>
                  <a:schemeClr val="tx1"/>
                </a:solidFill>
                <a:latin typeface="Century Gothic" panose="020B0502020202020204" pitchFamily="34" charset="0"/>
                <a:cs typeface="Kalpurush" panose="02000600000000000000" pitchFamily="2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Reference</a:t>
            </a:r>
          </a:p>
        </p:txBody>
      </p:sp>
      <p:sp>
        <p:nvSpPr>
          <p:cNvPr id="5" name="TextBox 4 [Option A]">
            <a:extLst>
              <a:ext uri="{FF2B5EF4-FFF2-40B4-BE49-F238E27FC236}">
                <a16:creationId xmlns:a16="http://schemas.microsoft.com/office/drawing/2014/main" id="{226A92EE-F463-B4D8-D67C-182BD072F87F}"/>
              </a:ext>
            </a:extLst>
          </p:cNvPr>
          <p:cNvSpPr txBox="1"/>
          <p:nvPr/>
        </p:nvSpPr>
        <p:spPr>
          <a:xfrm>
            <a:off x="7636042" y="2216582"/>
            <a:ext cx="4098757" cy="545469"/>
          </a:xfrm>
          <a:prstGeom prst="roundRect">
            <a:avLst/>
          </a:prstGeom>
          <a:solidFill>
            <a:srgbClr val="D9D9D9"/>
          </a:solidFill>
          <a:ln w="28575"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prstClr val="black"/>
                </a:solidFill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cs typeface="Kalpurush" panose="02000600000000000000" pitchFamily="2" charset="0"/>
              </a:defRPr>
            </a:lvl1pPr>
          </a:lstStyle>
          <a:p>
            <a:r>
              <a:rPr lang="en-US" dirty="0"/>
              <a:t>Option A</a:t>
            </a:r>
          </a:p>
        </p:txBody>
      </p:sp>
      <p:sp>
        <p:nvSpPr>
          <p:cNvPr id="6" name="TextBox 5 [Option B]">
            <a:extLst>
              <a:ext uri="{FF2B5EF4-FFF2-40B4-BE49-F238E27FC236}">
                <a16:creationId xmlns:a16="http://schemas.microsoft.com/office/drawing/2014/main" id="{CFDE6036-2680-EBF9-A97C-A7C124CDC771}"/>
              </a:ext>
            </a:extLst>
          </p:cNvPr>
          <p:cNvSpPr txBox="1"/>
          <p:nvPr/>
        </p:nvSpPr>
        <p:spPr>
          <a:xfrm>
            <a:off x="7636042" y="2843626"/>
            <a:ext cx="4098757" cy="545469"/>
          </a:xfrm>
          <a:prstGeom prst="roundRect">
            <a:avLst/>
          </a:prstGeom>
          <a:solidFill>
            <a:srgbClr val="D9D9D9"/>
          </a:solidFill>
          <a:ln w="28575"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prstClr val="black"/>
                </a:solidFill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cs typeface="Kalpurush" panose="02000600000000000000" pitchFamily="2" charset="0"/>
              </a:defRPr>
            </a:lvl1pPr>
          </a:lstStyle>
          <a:p>
            <a:r>
              <a:rPr lang="en-US" dirty="0"/>
              <a:t>Option B</a:t>
            </a:r>
          </a:p>
        </p:txBody>
      </p:sp>
      <p:sp>
        <p:nvSpPr>
          <p:cNvPr id="7" name="TextBox 6 [Option C]">
            <a:extLst>
              <a:ext uri="{FF2B5EF4-FFF2-40B4-BE49-F238E27FC236}">
                <a16:creationId xmlns:a16="http://schemas.microsoft.com/office/drawing/2014/main" id="{18ED1195-33F3-6186-ABE8-7E760C11F02A}"/>
              </a:ext>
            </a:extLst>
          </p:cNvPr>
          <p:cNvSpPr txBox="1"/>
          <p:nvPr/>
        </p:nvSpPr>
        <p:spPr>
          <a:xfrm>
            <a:off x="7636042" y="3470670"/>
            <a:ext cx="4098757" cy="572072"/>
          </a:xfrm>
          <a:prstGeom prst="roundRect">
            <a:avLst/>
          </a:prstGeom>
          <a:solidFill>
            <a:srgbClr val="D9D9D9"/>
          </a:solidFill>
          <a:ln w="28575"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prstClr val="black"/>
                </a:solidFill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cs typeface="Kalpurush" panose="02000600000000000000" pitchFamily="2" charset="0"/>
              </a:defRPr>
            </a:lvl1pPr>
          </a:lstStyle>
          <a:p>
            <a:r>
              <a:rPr lang="en-US" dirty="0"/>
              <a:t>Option C</a:t>
            </a:r>
            <a:endParaRPr lang="as-IN" dirty="0"/>
          </a:p>
        </p:txBody>
      </p:sp>
      <p:sp>
        <p:nvSpPr>
          <p:cNvPr id="8" name="TextBox 7 [Option D]">
            <a:extLst>
              <a:ext uri="{FF2B5EF4-FFF2-40B4-BE49-F238E27FC236}">
                <a16:creationId xmlns:a16="http://schemas.microsoft.com/office/drawing/2014/main" id="{10142778-A996-D181-4E44-2030F7BE009C}"/>
              </a:ext>
            </a:extLst>
          </p:cNvPr>
          <p:cNvSpPr txBox="1"/>
          <p:nvPr/>
        </p:nvSpPr>
        <p:spPr>
          <a:xfrm>
            <a:off x="7636042" y="4124317"/>
            <a:ext cx="4098757" cy="545469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28575"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prstClr val="black"/>
                </a:solidFill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2400">
                <a:solidFill>
                  <a:schemeClr val="tx1">
                    <a:lumMod val="85000"/>
                    <a:lumOff val="15000"/>
                  </a:schemeClr>
                </a:solidFill>
                <a:latin typeface="Century Gothic" panose="020B0502020202020204" pitchFamily="34" charset="0"/>
                <a:cs typeface="Kalpurush" panose="02000600000000000000" pitchFamily="2" charset="0"/>
              </a:defRPr>
            </a:lvl1pPr>
          </a:lstStyle>
          <a:p>
            <a:r>
              <a:rPr lang="en-US" dirty="0"/>
              <a:t>Option D</a:t>
            </a:r>
          </a:p>
        </p:txBody>
      </p:sp>
      <p:sp>
        <p:nvSpPr>
          <p:cNvPr id="9" name="TextBox 8 [Answer]">
            <a:extLst>
              <a:ext uri="{FF2B5EF4-FFF2-40B4-BE49-F238E27FC236}">
                <a16:creationId xmlns:a16="http://schemas.microsoft.com/office/drawing/2014/main" id="{9B1A0B73-84BF-EEA2-98CE-93340B8A4C96}"/>
              </a:ext>
            </a:extLst>
          </p:cNvPr>
          <p:cNvSpPr txBox="1"/>
          <p:nvPr/>
        </p:nvSpPr>
        <p:spPr>
          <a:xfrm>
            <a:off x="7636042" y="4751362"/>
            <a:ext cx="4098757" cy="545469"/>
          </a:xfrm>
          <a:prstGeom prst="roundRect">
            <a:avLst/>
          </a:prstGeom>
          <a:solidFill>
            <a:srgbClr val="34A853"/>
          </a:solidFill>
          <a:ln w="28575">
            <a:noFill/>
          </a:ln>
          <a:extLst>
            <a:ext uri="{91240B29-F687-4F45-9708-019B960494DF}">
              <a14:hiddenLine xmlns:a14="http://schemas.microsoft.com/office/drawing/2010/main" w="28575">
                <a:solidFill>
                  <a:prstClr val="black"/>
                </a:solidFill>
              </a14:hiddenLine>
            </a:ext>
          </a:extLst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lnSpc>
                <a:spcPct val="120000"/>
              </a:lnSpc>
              <a:defRPr sz="2400" b="1">
                <a:solidFill>
                  <a:schemeClr val="bg1"/>
                </a:solidFill>
                <a:latin typeface="Century Gothic" panose="020B0502020202020204" pitchFamily="34" charset="0"/>
                <a:cs typeface="Kalpurush" panose="02000600000000000000" pitchFamily="2" charset="0"/>
              </a:defRPr>
            </a:lvl1pPr>
          </a:lstStyle>
          <a:p>
            <a:r>
              <a:rPr lang="en-US" dirty="0"/>
              <a:t>Answer</a:t>
            </a:r>
          </a:p>
        </p:txBody>
      </p:sp>
    </p:spTree>
    <p:extLst>
      <p:ext uri="{BB962C8B-B14F-4D97-AF65-F5344CB8AC3E}">
        <p14:creationId xmlns:p14="http://schemas.microsoft.com/office/powerpoint/2010/main" val="3905873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theme/theme1.xml><?xml version="1.0" encoding="utf-8"?>
<a:theme xmlns:a="http://schemas.openxmlformats.org/drawingml/2006/main" name="4_Office Theme">
  <a:themeElements>
    <a:clrScheme name="Office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9155</TotalTime>
  <Words>28</Words>
  <Application>Microsoft Office PowerPoint</Application>
  <PresentationFormat>Widescreen</PresentationFormat>
  <Paragraphs>16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Century Gothic</vt:lpstr>
      <vt:lpstr>Noto Sans Bengali SemiBold</vt:lpstr>
      <vt:lpstr>4_Office Theme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Arman Hossain</dc:creator>
  <cp:lastModifiedBy>Moaz .</cp:lastModifiedBy>
  <cp:revision>1047</cp:revision>
  <cp:lastPrinted>2023-01-04T15:06:27Z</cp:lastPrinted>
  <dcterms:created xsi:type="dcterms:W3CDTF">2020-11-30T12:33:41Z</dcterms:created>
  <dcterms:modified xsi:type="dcterms:W3CDTF">2024-09-27T12:54:08Z</dcterms:modified>
</cp:coreProperties>
</file>